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1" autoAdjust="0"/>
    <p:restoredTop sz="94660"/>
  </p:normalViewPr>
  <p:slideViewPr>
    <p:cSldViewPr snapToGrid="0">
      <p:cViewPr>
        <p:scale>
          <a:sx n="200" d="100"/>
          <a:sy n="200" d="100"/>
        </p:scale>
        <p:origin x="774" y="-5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58A6-C53B-6E03-FAE8-DE040E465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DD92A-E14C-4B7D-D04A-89CE8CEF9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E22D8-BE62-03CD-E66C-8365B7F0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9C9C-A6EC-29F9-4805-0A9CCA1B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585F-DB0C-E79C-7775-73CF58BB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14BD-BF87-797D-9A9B-74BD5413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71D3-4F35-9BD6-D895-BBD16683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15DFB-DD05-264A-4300-999789F6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CC0F-4A03-30AA-CA39-8D0D1BDC9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D9A9B-19E6-C1EF-5B94-61132751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61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D0E5-4CBA-1BBF-7ED6-497EE440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0302C-CBB0-599D-AF7D-A69183F79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1ECFB-9169-7643-102F-9EA3F9BB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DD74D-AEBE-088D-0FC8-7ACAE9B1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794C9-268E-E985-0787-6B543827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4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81B2-A5E9-48C9-D31E-4DA33195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920B9-7273-3F6E-8C5C-C5895D62F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294F2-F948-E4B8-8329-CECB5C65C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315D6-9DA3-495F-0ED3-41835D73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54034-BC7B-7B52-F151-7C81058A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393ED-8FBE-E3BD-0978-DF6359ED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B356-26E0-1A97-CA12-BFF0E550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60063-D90F-E524-D407-320973A81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F797E-413C-E25E-2773-5359AF717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2FF39-65E5-F278-68CF-B9FBB4FA8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81E86-DC75-B2A8-7339-72D8878B0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1B9FA0-8679-C467-F66A-D246FD2DA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C4C452-05E0-4162-4469-04B541B56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3C68D-BE04-406F-E4B3-55AD8D6B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6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FAE9-49F8-1972-F25B-8C2AB6EE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9EBEE-DCB3-9E08-D391-F93FCF1E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FE3D9-1267-BCFC-A9FC-5A65EBAB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BED1D-AC7D-2ED1-30A6-939EFD98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5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48874-99A0-ACD3-5E15-34182597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11FE7-B4B5-600C-96BE-5CB0EA13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16BDA-C22A-35E8-BBB8-478AF670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E156-E70B-719A-0207-32022196D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5F3A-D072-FB12-42CF-D87240D5E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EB716-B0C0-2CB0-3490-1ACA5DCF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8F73D-04DC-E373-DA0D-E56426C8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CEE56-61DA-4C29-6864-953E525B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A0901-5711-8165-E68B-6762709B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2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3BB3-423F-B27D-0878-4B2D0DD1A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2D9D8F-CD03-660C-F48C-865E4F252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118A6-9665-2827-1871-2778A9F47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7FDCA-EF16-8960-F7A6-E1DA6D1B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3E14D-BD6A-9772-1A71-54EC69A0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319BF-E48C-776E-75FB-9ADF8174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6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3886-26FC-22EC-61B3-AAF550F9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3E118-904F-92D3-4FA5-25685EDCF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80240-87E4-5B38-CC7E-345E3710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56AFC-13F3-A18B-57A0-1B9625A6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9EB4C-EBDE-CC05-DD5A-D6F12836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9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3A6E4-FFD9-1E31-CBCD-B7BEB265A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9C0FD-AC0F-12DD-F5F7-51C68F544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2D08C-83F4-20EF-3536-6FD53F6E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7209D-7E36-7401-902E-1BF17C8D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AB68A-90D8-3C09-CFCA-F6C78E46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5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38D49-67D2-6556-3A77-78746EF2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1D4E9-34B8-473F-2AF5-72B8D24BE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B87FE-D009-A9C1-D3F2-BC22FADA3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746F9-CD90-4EB6-8CD6-156BB86476BE}" type="datetimeFigureOut">
              <a:rPr lang="en-US" smtClean="0"/>
              <a:t>2026-01-28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52D60-3811-06D4-C4F4-C9D2DD697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46D-1BEA-B11B-7B05-B440ACF7D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DDAB2-32DD-4018-87AD-C712E7019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9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C9DC3-0CD6-7B5D-4CE5-5C06CABB1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044"/>
            <a:ext cx="2037674" cy="28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88136A-641C-F381-986A-8464C579F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471" y="607044"/>
            <a:ext cx="2037673" cy="28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CB34B1-71F2-6605-676F-1D99AC8E9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256"/>
            <a:ext cx="2037674" cy="28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615012-B0D5-236B-A833-3D52C65C1C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470" y="3763256"/>
            <a:ext cx="2037674" cy="28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1BBBB8-F71D-51E6-311F-A1E078ED6B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19468"/>
            <a:ext cx="2037674" cy="288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160D60C-CABF-FAE6-5CA3-FF1929A50CE7}"/>
              </a:ext>
            </a:extLst>
          </p:cNvPr>
          <p:cNvSpPr txBox="1"/>
          <p:nvPr/>
        </p:nvSpPr>
        <p:spPr>
          <a:xfrm>
            <a:off x="204788" y="414656"/>
            <a:ext cx="1771650" cy="1692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404B5-0773-4B2F-6216-DB3A478121AF}"/>
              </a:ext>
            </a:extLst>
          </p:cNvPr>
          <p:cNvSpPr txBox="1"/>
          <p:nvPr/>
        </p:nvSpPr>
        <p:spPr>
          <a:xfrm>
            <a:off x="3498302" y="414656"/>
            <a:ext cx="17716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Backlog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0E8EC-5004-3090-061C-50578EDE2A38}"/>
              </a:ext>
            </a:extLst>
          </p:cNvPr>
          <p:cNvSpPr txBox="1"/>
          <p:nvPr/>
        </p:nvSpPr>
        <p:spPr>
          <a:xfrm>
            <a:off x="204788" y="3602432"/>
            <a:ext cx="17716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Planner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277E45-12CA-AFF0-23EC-BC0553312D69}"/>
              </a:ext>
            </a:extLst>
          </p:cNvPr>
          <p:cNvSpPr txBox="1"/>
          <p:nvPr/>
        </p:nvSpPr>
        <p:spPr>
          <a:xfrm>
            <a:off x="3498302" y="3602432"/>
            <a:ext cx="17716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D50911-6B43-B304-11CD-1544DF4E2C8C}"/>
              </a:ext>
            </a:extLst>
          </p:cNvPr>
          <p:cNvSpPr txBox="1"/>
          <p:nvPr/>
        </p:nvSpPr>
        <p:spPr>
          <a:xfrm>
            <a:off x="204788" y="6727080"/>
            <a:ext cx="17716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Spread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49EC11-C197-C70D-6C14-90BB284FFA68}"/>
              </a:ext>
            </a:extLst>
          </p:cNvPr>
          <p:cNvSpPr txBox="1"/>
          <p:nvPr/>
        </p:nvSpPr>
        <p:spPr>
          <a:xfrm>
            <a:off x="3498302" y="6727080"/>
            <a:ext cx="17716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Terms and Definitions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725DB4-7C47-6B43-DF61-112F535BADB9}"/>
              </a:ext>
            </a:extLst>
          </p:cNvPr>
          <p:cNvSpPr txBox="1"/>
          <p:nvPr/>
        </p:nvSpPr>
        <p:spPr>
          <a:xfrm>
            <a:off x="2037675" y="647701"/>
            <a:ext cx="1263796" cy="27098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table of contents to reference content on any page. 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of contents serves as both a table of contents and an index.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0FB59-E628-4168-8746-80F7D25467EE}"/>
              </a:ext>
            </a:extLst>
          </p:cNvPr>
          <p:cNvSpPr txBox="1"/>
          <p:nvPr/>
        </p:nvSpPr>
        <p:spPr>
          <a:xfrm>
            <a:off x="5339144" y="647701"/>
            <a:ext cx="1263796" cy="27098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  <a:b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down tasks, ideas, and events that are not ready to be committed to a date yet.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23B71F-E39B-0881-6B77-685E3C34D0E9}"/>
              </a:ext>
            </a:extLst>
          </p:cNvPr>
          <p:cNvSpPr txBox="1"/>
          <p:nvPr/>
        </p:nvSpPr>
        <p:spPr>
          <a:xfrm>
            <a:off x="2037675" y="3801799"/>
            <a:ext cx="1263796" cy="27098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b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week planner to schedule tasks and events over the course of the year, at a weekly scale.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BD6966-3620-5A19-6C36-E5422CC171E0}"/>
              </a:ext>
            </a:extLst>
          </p:cNvPr>
          <p:cNvSpPr txBox="1"/>
          <p:nvPr/>
        </p:nvSpPr>
        <p:spPr>
          <a:xfrm>
            <a:off x="5339144" y="3801799"/>
            <a:ext cx="1263796" cy="27098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on Course</a:t>
            </a:r>
            <a:b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down high-level, long-term goals.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5E8F31-F072-CB0C-750F-BB0441C42D1B}"/>
              </a:ext>
            </a:extLst>
          </p:cNvPr>
          <p:cNvSpPr txBox="1"/>
          <p:nvPr/>
        </p:nvSpPr>
        <p:spPr>
          <a:xfrm>
            <a:off x="2037675" y="6952722"/>
            <a:ext cx="1263796" cy="27098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To-Do</a:t>
            </a:r>
          </a:p>
          <a:p>
            <a:endParaRPr 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Task-oriented view of your day.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45C79-CDFF-BD9D-262C-AC2CFB67B7AE}"/>
              </a:ext>
            </a:extLst>
          </p:cNvPr>
          <p:cNvSpPr txBox="1"/>
          <p:nvPr/>
        </p:nvSpPr>
        <p:spPr>
          <a:xfrm>
            <a:off x="5339144" y="6952722"/>
            <a:ext cx="1263796" cy="27098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Define.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down the definition of terms and abbreviations.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9D01F3-F265-8255-61E5-18B3B835CA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532" y="6919468"/>
            <a:ext cx="203661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6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117</Words>
  <Application>Microsoft Office PowerPoint</Application>
  <PresentationFormat>A4 Paper (210x297 mm)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Rohin Gosling</dc:creator>
  <cp:lastModifiedBy>Rohin Gosling</cp:lastModifiedBy>
  <cp:revision>3</cp:revision>
  <dcterms:created xsi:type="dcterms:W3CDTF">2026-01-27T16:57:15Z</dcterms:created>
  <dcterms:modified xsi:type="dcterms:W3CDTF">2026-01-28T09:58:31Z</dcterms:modified>
</cp:coreProperties>
</file>